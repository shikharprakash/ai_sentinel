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3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068C-DCC5-3690-99E3-AE69508F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E7AAD-63E5-CA6C-D1DB-57B6C96BD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06246-2C5C-9508-E42E-C8D61C5C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3F2D-BA50-EC7E-9193-09053907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9347D-77A2-A305-5E3F-2D48F6F6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72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C428-4622-282F-F8D7-734ECAA6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D8AF4-CCF5-8552-516F-7C00B8C87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8F61B-B0FD-092D-C7B9-1806726A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1D443-D64E-E2A4-94E0-63F87BA2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B7DCD-F76B-05A9-9FDF-A74A28A3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695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A456-A24A-A3CC-2914-630A3B9B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1EB40-676F-8AA3-D814-828AE9F3B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A682D-8545-9F09-E6D4-F8CC233F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9B09E-BE35-92F7-0A15-E4C2DA6B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AE416-39F6-D006-C149-7F5C7BCA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355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1683-FDF8-395D-3091-7D95DFBD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71CBC-5A39-733F-9715-CD3221179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61AD4-DCE5-D1D9-2700-D25A17505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300F1-C485-E6AC-BB7B-267611C3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2DDA6-764D-0228-EDE7-5AF35F1B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55A51-58C3-6D32-4E0E-1CBC88DC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46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58D0-96CB-7663-11CA-B3E4EA5E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956A0-A161-E560-B2A1-01634CAFC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178BA-EFEB-BB8C-A593-F5DD86C5A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4CEB4-D4B2-E4CB-24D1-B153E6C9A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A885A-F64A-48F1-DDFA-667755756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BB8F1-7E2F-1369-06D6-C34CF244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9AF0E1-75DD-832C-F35C-DBC69251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CF59AD-B662-86BF-D277-22723DAB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82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8121-BC99-BCFF-01BA-E2EC3AAF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05935-3EC9-1297-7FC1-E19B3FAD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A3FD3-6E51-A936-2261-F321312D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A6217-F2F1-9884-EF7B-2E1E0ACA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37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1B4AC-3B70-3D2D-F7FA-CA6A8712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11AD9-1731-14F8-DC64-28826C86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49C28-EEB6-C9C2-C20B-E3208CC4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18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D2C4-E3DE-9556-E382-9A98BB05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039B9-EA3B-808F-B70F-6031C19F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EFEB2-530B-7A01-9619-43DA0F4C8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F3FDD-8EAC-7D9C-095F-EAD62CC0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FBB8F-F67F-75F7-98A2-E31AC238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CF23D-B8F8-96A3-9337-1ADBC6AB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36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FF28-137C-B797-2D90-533B39B2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F8F95-D3DB-BD92-1997-7213AAE5F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0F91C-B761-C29E-A398-E9FADE8FF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8FA33-F2A5-1544-3AF6-1FFBCED5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7B596-A1E9-0851-BF47-4F35EB8C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B475A-368B-F0F1-195C-EBABACF7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4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F8FA-2D29-1834-0D14-0A481AA8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522DB-78DF-AE5D-0289-78B7C0DB6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34EF-9868-12C9-D5BE-FF237258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44187-CA9E-DE38-D74B-D5366D49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81D6F-DCFC-AF22-E50C-0F5A380B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25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68341-C8E3-B171-80F2-B53544321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DF5A8-2163-EF42-EE41-AE2D9E07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81ECF-3E58-DDA7-0EA7-23F1468D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DE769-3ACF-4331-46AC-EC54610A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B23F6-6BF2-4809-9716-F0F4DABA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23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74945-89C1-F82C-7849-1A6540DC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D255D-3AC3-D35D-0AD6-CE39142D7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3EAEA-4A43-A273-D0B9-778BB1C2E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CA28F-1A17-45C5-95D1-FCC51492BEBD}" type="datetimeFigureOut">
              <a:rPr lang="en-IN" smtClean="0"/>
              <a:t>21-12-2022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9B0D6-A842-AFE9-6BAA-9E5FCBECB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90B27-3408-DF30-038D-E4941981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67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01AD-4BE0-777A-CA33-F4430AC59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9273"/>
          </a:xfrm>
        </p:spPr>
        <p:txBody>
          <a:bodyPr>
            <a:normAutofit/>
          </a:bodyPr>
          <a:lstStyle/>
          <a:p>
            <a:r>
              <a:rPr lang="en-IN" sz="4400" dirty="0"/>
              <a:t>Product Proposal for [Product Name]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1B480-C69D-FFBC-7938-699D3180A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37017"/>
            <a:ext cx="9144000" cy="1118061"/>
          </a:xfrm>
        </p:spPr>
        <p:txBody>
          <a:bodyPr>
            <a:normAutofit/>
          </a:bodyPr>
          <a:lstStyle/>
          <a:p>
            <a:r>
              <a:rPr lang="en-IN" sz="2000" dirty="0"/>
              <a:t>[Enter Your Name Here]</a:t>
            </a:r>
          </a:p>
          <a:p>
            <a:r>
              <a:rPr lang="en-IN" sz="2000" dirty="0"/>
              <a:t>VP of Product, [Enter your capstone company name here]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43C8D39-1143-051C-0212-3D85B613E905}"/>
              </a:ext>
            </a:extLst>
          </p:cNvPr>
          <p:cNvSpPr txBox="1">
            <a:spLocks/>
          </p:cNvSpPr>
          <p:nvPr/>
        </p:nvSpPr>
        <p:spPr>
          <a:xfrm>
            <a:off x="1524000" y="288160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[One-liner of your product]</a:t>
            </a:r>
          </a:p>
        </p:txBody>
      </p:sp>
    </p:spTree>
    <p:extLst>
      <p:ext uri="{BB962C8B-B14F-4D97-AF65-F5344CB8AC3E}">
        <p14:creationId xmlns:p14="http://schemas.microsoft.com/office/powerpoint/2010/main" val="172474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43C8D39-1143-051C-0212-3D85B613E905}"/>
              </a:ext>
            </a:extLst>
          </p:cNvPr>
          <p:cNvSpPr txBox="1">
            <a:spLocks/>
          </p:cNvSpPr>
          <p:nvPr/>
        </p:nvSpPr>
        <p:spPr>
          <a:xfrm>
            <a:off x="465513" y="2601119"/>
            <a:ext cx="11172305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u="sng" dirty="0"/>
              <a:t>Notes [Delete while submitting the Capstone]:</a:t>
            </a:r>
          </a:p>
          <a:p>
            <a:pPr algn="l"/>
            <a:endParaRPr lang="en-IN" sz="2000" u="sng" dirty="0"/>
          </a:p>
          <a:p>
            <a:pPr marL="457200" indent="-457200" algn="l">
              <a:buAutoNum type="arabicParenR"/>
            </a:pPr>
            <a:r>
              <a:rPr lang="en-IN" sz="1600" dirty="0"/>
              <a:t>Duplicate any of the pages to use it more than once (to have 2 pages for the same section).</a:t>
            </a:r>
          </a:p>
          <a:p>
            <a:pPr marL="457200" indent="-457200" algn="l">
              <a:buAutoNum type="arabicParenR"/>
            </a:pPr>
            <a:r>
              <a:rPr lang="en-IN" sz="1600" dirty="0"/>
              <a:t>Remember to not use more than 2 pages per section.</a:t>
            </a:r>
          </a:p>
          <a:p>
            <a:pPr marL="457200" indent="-457200" algn="l">
              <a:buFont typeface="Arial" panose="020B0604020202020204" pitchFamily="34" charset="0"/>
              <a:buAutoNum type="arabicParenR"/>
            </a:pPr>
            <a:r>
              <a:rPr lang="en-IN" sz="1600" dirty="0"/>
              <a:t>Feel free to change the design as per your liking or convenience.</a:t>
            </a:r>
          </a:p>
          <a:p>
            <a:pPr marL="457200" indent="-457200" algn="l">
              <a:buAutoNum type="arabicParenR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311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4800"/>
          </a:xfrm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082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Target market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821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56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23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8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Concept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831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MVP and PMF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50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Product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298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750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4B46-B02C-D4FD-5BB3-3167EFBCED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GTM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4C0E-5D35-3FD7-E888-BB16DDFD6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32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F373DBC30DDB459CEFB92C6B00A939" ma:contentTypeVersion="16" ma:contentTypeDescription="Create a new document." ma:contentTypeScope="" ma:versionID="bb1187771957738a701eff473ffa4090">
  <xsd:schema xmlns:xsd="http://www.w3.org/2001/XMLSchema" xmlns:xs="http://www.w3.org/2001/XMLSchema" xmlns:p="http://schemas.microsoft.com/office/2006/metadata/properties" xmlns:ns2="41077cac-fa1c-4939-a97a-a20b352af600" xmlns:ns3="7bdace7b-419a-4620-be26-5a3fa6f280f9" targetNamespace="http://schemas.microsoft.com/office/2006/metadata/properties" ma:root="true" ma:fieldsID="2a1454b708f4c1608b643ad73246adc0" ns2:_="" ns3:_="">
    <xsd:import namespace="41077cac-fa1c-4939-a97a-a20b352af600"/>
    <xsd:import namespace="7bdace7b-419a-4620-be26-5a3fa6f280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77cac-fa1c-4939-a97a-a20b352af6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8679018-c8b5-43e9-adcd-8cca0014b2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ace7b-419a-4620-be26-5a3fa6f280f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f3da60f-b4b7-4509-b80c-25011b1998e9}" ma:internalName="TaxCatchAll" ma:showField="CatchAllData" ma:web="7bdace7b-419a-4620-be26-5a3fa6f280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dace7b-419a-4620-be26-5a3fa6f280f9" xsi:nil="true"/>
    <lcf76f155ced4ddcb4097134ff3c332f xmlns="41077cac-fa1c-4939-a97a-a20b352af60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2DE8E50-7521-446F-8EA7-405F793BA46A}"/>
</file>

<file path=customXml/itemProps2.xml><?xml version="1.0" encoding="utf-8"?>
<ds:datastoreItem xmlns:ds="http://schemas.openxmlformats.org/officeDocument/2006/customXml" ds:itemID="{F65BECA8-D4F4-4709-B58B-FE8D8BDA19F6}"/>
</file>

<file path=customXml/itemProps3.xml><?xml version="1.0" encoding="utf-8"?>
<ds:datastoreItem xmlns:ds="http://schemas.openxmlformats.org/officeDocument/2006/customXml" ds:itemID="{43E19A79-0306-439E-A2A3-10AE7EE935CD}"/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100</Words>
  <Application>Microsoft Office PowerPoint</Application>
  <PresentationFormat>Widescreen</PresentationFormat>
  <Paragraphs>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Product Proposal for [Product Name]</vt:lpstr>
      <vt:lpstr>PowerPoint Presentation</vt:lpstr>
      <vt:lpstr>Introduction</vt:lpstr>
      <vt:lpstr>Target market landscape</vt:lpstr>
      <vt:lpstr>Timing</vt:lpstr>
      <vt:lpstr>Customers</vt:lpstr>
      <vt:lpstr>Product</vt:lpstr>
      <vt:lpstr>Concept Testing</vt:lpstr>
      <vt:lpstr>MVP and PMF</vt:lpstr>
      <vt:lpstr>Product development</vt:lpstr>
      <vt:lpstr>Pricing</vt:lpstr>
      <vt:lpstr>GTM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Proposal for [Product Name]</dc:title>
  <dc:creator>Deep kakkad</dc:creator>
  <cp:lastModifiedBy>Deep kakkad</cp:lastModifiedBy>
  <cp:revision>3</cp:revision>
  <dcterms:created xsi:type="dcterms:W3CDTF">2022-12-20T18:47:32Z</dcterms:created>
  <dcterms:modified xsi:type="dcterms:W3CDTF">2022-12-20T19:01:36Z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0x01010047F373DBC30DDB459CEFB92C6B00A939</vt:lpwstr>
  </property>
</Properties>
</file>